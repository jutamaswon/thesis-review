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AECFC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คู่มือการใช้งาน  ·  HOW-TO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Thesis-Review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8E8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สกิล AI สำหรับตรวจรีวิววิทยานิพนธ์และบทความวิชาการ — ครบทั้งรายงานรีวิว และเอกสารฉบับแก้ไขแบบ Track Change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github.com/jutamaswon/Thesis-Review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417320"/>
            <a:ext cx="2880360" cy="4114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1828800"/>
            <a:ext cx="1554480" cy="146304"/>
          </a:xfrm>
          <a:prstGeom prst="roundRect">
            <a:avLst>
              <a:gd name="adj" fmla="val 31250"/>
            </a:avLst>
          </a:prstGeom>
          <a:solidFill>
            <a:srgbClr val="E2E9E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2212848"/>
            <a:ext cx="1280160" cy="146304"/>
          </a:xfrm>
          <a:prstGeom prst="roundRect">
            <a:avLst>
              <a:gd name="adj" fmla="val 31250"/>
            </a:avLst>
          </a:prstGeom>
          <a:solidFill>
            <a:srgbClr val="E2E9E8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2596896"/>
            <a:ext cx="3072384" cy="146304"/>
          </a:xfrm>
          <a:prstGeom prst="roundRect">
            <a:avLst>
              <a:gd name="adj" fmla="val 31250"/>
            </a:avLst>
          </a:prstGeom>
          <a:solidFill>
            <a:srgbClr val="E6DECE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2670048"/>
            <a:ext cx="3072384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2980944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F3D9A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364992"/>
            <a:ext cx="1691640" cy="146304"/>
          </a:xfrm>
          <a:prstGeom prst="roundRect">
            <a:avLst>
              <a:gd name="adj" fmla="val 31250"/>
            </a:avLst>
          </a:prstGeom>
          <a:solidFill>
            <a:srgbClr val="E2E9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3749040"/>
            <a:ext cx="1143000" cy="146304"/>
          </a:xfrm>
          <a:prstGeom prst="roundRect">
            <a:avLst>
              <a:gd name="adj" fmla="val 31250"/>
            </a:avLst>
          </a:prstGeom>
          <a:solidFill>
            <a:srgbClr val="E2E9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44200" y="1143000"/>
            <a:ext cx="777240" cy="777240"/>
          </a:xfrm>
          <a:prstGeom prst="ellipse">
            <a:avLst/>
          </a:prstGeom>
          <a:solidFill>
            <a:srgbClr val="16665F"/>
          </a:solidFill>
          <a:ln w="38100">
            <a:solidFill>
              <a:srgbClr val="0E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44200" y="11247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Thesis-Review คืออะไร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สกิล (skill) ที่ทำให้ AI ของคุณทำหน้าที่เป็นผู้ตรวจรีวิวงานวิชาการระดับดุษฎีบัณฑิต — ตรวจละเอียดระดับบรรทัด อ้างอิงเลขหน้า PDF ทุกประเด็น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ขั้นตอนการรีวิวตามลำดับ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0712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47872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มิติการตรวจทุกหัวข้อ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2784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09944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ประเภทเอกสารที่รองรับ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34856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72016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ไฟล์ผลลัพธ์ต่อการรีวิว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66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793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รองรับหลายแพลตฟอร์ม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ใช้ได้กับ ZCode และ Claude Code — และใช้กับ ChatGPT ได้ผ่าน Project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43434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665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2793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รับไฟล์ PDF และ Word (.docx)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46320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ภาษาไทย-อังกฤษ แยกบทอัตโนมัติ และตรวจจับประเภทเอกสารเอง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43434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6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42793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ผลลัพธ์พร้อมใช้งาน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686800" y="4709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 .md และ .docx พร้อมเอกสารฉบับแก้ไขที่เปิด Track Change จริง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 2 ประเภทเอกสาร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7F1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วิทยานิพนธ์ / ดุษฎีนิพนธ์ (Thesis)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A — โครงร่างวิทยานิพนธ์ (บทที่ 1–3) ก่อนเก็บข้อมูล ไม่ตำหนิที่ยังไม่มีผลการศึกษา</a:t>
            </a:r>
            <a:endParaRPr lang="en-US" sz="16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B — ชุดบทความ 2–3 เรื่อง ตรวจครบ 7 ส่วนต่อเรื่อง พร้อมบทนำรวมที่เชื่อมโยงกัน</a:t>
            </a:r>
            <a:endParaRPr lang="en-US" sz="16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รีวิวในบทบาทอาจารย์ที่ปรึกษาและกรรมการตรวจระดับดุษฎีบัณฑิต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2344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1600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7F1F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092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บทความวิชาการ (Journal Manuscript)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66560" y="2331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 IMRaD: บทนำ → ทบทวนวรรณกรรม → ระเบียบวิธีวิจัย → ผลการศึกษา → อภิปรายผล</a:t>
            </a:r>
            <a:endParaRPr lang="en-US" sz="16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ตรวจตามมาตรฐานผู้รีวิววารสาร เช่น การรายงานสถิติแบบ APA คุณภาพตารางและเอกสารอ้างอิง</a:t>
            </a:r>
            <a:endParaRPr lang="en-US" sz="16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ปิดท้ายด้วยข้อเสนอแนะระดับผู้รีวิว: Accept / Minor / Major revision / Reject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68880" y="5532120"/>
            <a:ext cx="7251192" cy="566928"/>
          </a:xfrm>
          <a:prstGeom prst="roundRect">
            <a:avLst>
              <a:gd name="adj" fmla="val 14516"/>
            </a:avLst>
          </a:prstGeom>
          <a:solidFill>
            <a:srgbClr val="E7F1F0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55321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ตรวจจับประเภทเอกสารอัตโนมัติ </a:t>
            </a:r>
            <a:pPr indent="0" marL="0"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จากโครงสร้างเอกสาร แล้วเลือกเกณฑ์การรีวิวและรูปแบบรายงานที่เหมาะสมเอง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สิ่งที่ต้องเตรียม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2710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agent ที่รองรับสกิล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ZCode หรือ Claude Code — หรือใช้กับ ChatGPT ผ่าน Project (ดูวิธีในสไลด์ถัดไป)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5054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Python 3.8 ขึ้นไป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สคริปต์ทั้ง 3 ตัวของสกิลใช้ไลบรารีมาตรฐานของ Python เท่านั้น ไม่ต้องติดตั้งแพ็กเกจเพิ่ม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6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7398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โมเดลระดับ deep / reasoning (แนะนำ)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41788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สำหรับการรีวิวเต็มรูปแบบ — เลือกโมเดลได้ในตัว AI ที่คุณใช้ เช่น คำสั่ง /model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E7F1F0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1691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ไม่ต้องตั้งค่า API key ใด 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สกิลนี้เป็นชุดคำสั่งและสคริปต์ที่ทำงานบน AI ของคุณโดยตรง ไม่มีระบบภายนอกที่ต้องสมัครหรือตั้งค่าเพิ่ม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ติดตั้ง: คัดลอก repo ไปยัง AI ของคุณ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666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5568" y="1170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ดาวน์โหลด repository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0E3B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https://github.com/jutamaswon/Thesis-Review.git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1666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25877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วางโฟลเดอร์ Thesis-Review ไว้ในไดเรกทอรีสกิลของเครื่องมือที่คุณใช้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58795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เครื่องมือ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6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ตำแหน่งที่วาง (ใช้ได้ทุกโปรเจกต์)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6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ZCode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~/.zcode/skills/Thesis-Review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Claude Code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~/.claude/skills/Thesis-Review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ใช้ร่วมหลายเครื่องมือ (Claude / Codex / Cursor)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E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~/.agents/skills/Thesis-Review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ตรวจสอบ: </a:t>
            </a:r>
            <a:pPr indent="0" marL="0"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โฟลเดอร์ที่คัดลอกไปต้องมีไฟล์ SKILL.md อยู่ภายใน แล้วเปิดโปรแกรมใหม่ — จะพบสกิลชื่อ </a:t>
            </a:r>
            <a:pPr indent="0" marL="0">
              <a:buNone/>
            </a:pPr>
            <a:r>
              <a:rPr lang="en-US" sz="1600" dirty="0">
                <a:solidFill>
                  <a:srgbClr val="1F2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academic-review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ติดตั้งบนเดสก์ท็อปด้วยเมาส์ (ไม่ใช้ command line)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6916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ดาวน์โหลด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 GitHub กดปุ่ม Code แล้วเลือก Download ZIP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182880" cy="0"/>
          </a:xfrm>
          <a:prstGeom prst="line">
            <a:avLst/>
          </a:prstGeom>
          <a:noFill/>
          <a:ln w="31750">
            <a:solidFill>
              <a:srgbClr val="1666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10712" y="1371600"/>
            <a:ext cx="26060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6916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แตกไฟล์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834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แตก ZIP แล้วเปลี่ยนชื่อโฟลเดอร์เป็น Thesis-Review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62472" y="2651760"/>
            <a:ext cx="182880" cy="0"/>
          </a:xfrm>
          <a:prstGeom prst="line">
            <a:avLst/>
          </a:prstGeom>
          <a:noFill/>
          <a:ln w="31750">
            <a:solidFill>
              <a:srgbClr val="16665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72784" y="1371600"/>
            <a:ext cx="26060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16916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5392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คัดลอกไปวาง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2834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วางในโฟลเดอร์สกิล: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C:\Users\&lt;ชื่อผู้ใช้&gt;\.zcode\skills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24544" y="2651760"/>
            <a:ext cx="182880" cy="0"/>
          </a:xfrm>
          <a:prstGeom prst="line">
            <a:avLst/>
          </a:prstGeom>
          <a:noFill/>
          <a:ln w="31750">
            <a:solidFill>
              <a:srgbClr val="1666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34856" y="1371600"/>
            <a:ext cx="26060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27464" y="16916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9427464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27464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27464" y="2834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 ZCode Desktop ขึ้นใหม่ แล้วดูที่ Settings &gt; Skills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4F9F8"/>
          </a:solidFill>
          <a:ln w="9525">
            <a:solidFill>
              <a:srgbClr val="D7E4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177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macOS: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วางที่ /Users/&lt;ชื่อผู้ใช้&gt;/.zcode/skills/Thesis-Review (โฟลเดอร์นี้ซ่อนอยู่ กด Cmd+Shift+. ใน Finder เพื่อแสดง)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665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 Claude บนเดสก์ท็อป: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เพิ่มสกิลลง Project ผ่าน Capabilities &gt; Skills โดยอัปโหลดโฟลเดอร์นี้เป็นไฟล์ ZIP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ใช้กับ ChatGPT (ผ่าน Project หรือ Custom GPT)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666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52144" y="1234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Project ใหม่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2144" y="16184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ตั้งชื่อ เช่น Thesis Review (ใช้ได้ทุกแพ็กเกจ)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666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52144" y="23134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อัปโหลดไฟล์ 8 ไฟล์เข้า Project files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52144" y="2697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SKILL.md + ไฟล์ reference 4 ไฟล์ + สคริปต์ 3 ไฟล์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666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339242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วางคำสั่งในช่อง Instructions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2144" y="37764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บอกให้ทำตาม SKILL.md ครบทั้ง 8 ขั้นตอนและ 6 มิติ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6665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2144" y="44714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แนบไฟล์แล้วสั่งรีวิว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" y="48554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Review my thesis following SKILL.md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280160"/>
            <a:ext cx="4965192" cy="2743200"/>
          </a:xfrm>
          <a:prstGeom prst="roundRect">
            <a:avLst>
              <a:gd name="adj" fmla="val 3000"/>
            </a:avLst>
          </a:prstGeom>
          <a:solidFill>
            <a:srgbClr val="0E3B3B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481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2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ตัวอย่างคำสั่งสำหรับช่อง Instructions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elite academic reviewer.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uploaded SKILL.md exactly: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8-step review in strict order,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across six dimensions, cite the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PDF page for every issue.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0" y="4343400"/>
            <a:ext cx="4965192" cy="1417320"/>
          </a:xfrm>
          <a:prstGeom prst="roundRect">
            <a:avLst>
              <a:gd name="adj" fmla="val 5806"/>
            </a:avLst>
          </a:prstGeom>
          <a:solidFill>
            <a:srgbClr val="FBEFDC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5262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เอกสารยาวมาก: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ให้รีวิวทีละบทใน Project เดียวกัน แล้วขอรวมเป็นรายงานเดียวตอนจบ — การแก้ไขแบบ Track Change ใช้ได้ผ่านเครื่องมือ Python ของ ChatGPT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การใช้งานพื้นฐาน 4 ขั้นตอน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225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วางไฟล์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วางไฟล์ .pdf หรือ .docx ไว้ในโฟลเดอร์ทำงาน แล้วเปิดโฟลเดอร์นั้นในโปรแกรม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432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สั่งรีวิว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287121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พิมพ์ข้อความธรรมดา เช่น review my thesis at ./thesis.pdf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639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ทำงานอัตโนมัติ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407822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ดึงข้อความ แยกบท ตรวจจับประเภทเอกสาร แล้วรีวิวตามลำดับครบ 8 ขั้น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6665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82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4846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รับผลลัพธ์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34440" y="5285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ไฟล์รายงานทั้งหมดถูกบันทึกไว้ในโฟลเดอร์ reviews/ ของโฟลเดอร์ทำงาน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55280" y="1280160"/>
            <a:ext cx="3685032" cy="4206240"/>
          </a:xfrm>
          <a:prstGeom prst="roundRect">
            <a:avLst>
              <a:gd name="adj" fmla="val 2233"/>
            </a:avLst>
          </a:prstGeom>
          <a:solidFill>
            <a:srgbClr val="0E3B3B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2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ตัวอย่างคำสั่ง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196596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my thesis at ./thesis.pdf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my manuscript at ./paper.docx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ช่วยตรวจรีวิววิทยานิพนธ์ DBA นี้ให้หน่อย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ช่วยตรวจบทความนี้ก่อนส่งวารสาร (manuscript.docx)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ผลลัพธ์ที่ได้ต่อการรีวิวหนึ่งครั้ง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749040"/>
          </a:xfrm>
          <a:prstGeom prst="roundRect">
            <a:avLst>
              <a:gd name="adj" fmla="val 2308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66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-review.md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6060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รายงานฉบับอ่าน (Markdown) สรุปประเด็นทั้ง 8 ขั้นตอน พร้อมเลขหน้าอ้างอิงทุกประเด็น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1325880"/>
            <a:ext cx="3566160" cy="3749040"/>
          </a:xfrm>
          <a:prstGeom prst="roundRect">
            <a:avLst>
              <a:gd name="adj" fmla="val 2308"/>
            </a:avLst>
          </a:prstGeom>
          <a:solidFill>
            <a:srgbClr val="F4F9F8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737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66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-review.docx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26060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รายงานฉบับทางการระดับเอกสารส่งคณะกรรมการ ปิดท้ายด้วยตาราง Detailed Corrections Log รวมทุกข้อแก้ไข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325880"/>
            <a:ext cx="3566160" cy="3749040"/>
          </a:xfrm>
          <a:prstGeom prst="roundRect">
            <a:avLst>
              <a:gd name="adj" fmla="val 2308"/>
            </a:avLst>
          </a:prstGeom>
          <a:solidFill>
            <a:srgbClr val="FBEFDC"/>
          </a:solidFill>
          <a:ln/>
          <a:effectLst>
            <a:outerShdw sx="100000" sy="100000" kx="0" ky="0" algn="bl" rotWithShape="0" blurRad="88900" dist="25400" dir="5400000">
              <a:srgbClr val="1F2E2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49640" y="1645920"/>
            <a:ext cx="2743200" cy="420624"/>
          </a:xfrm>
          <a:prstGeom prst="roundRect">
            <a:avLst>
              <a:gd name="adj" fmla="val 19565"/>
            </a:avLst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645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แก้ไขในเอกสารโดยตรง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49640" y="22128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-revised-tracked.docx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49640" y="30175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เอกสารฉบับแก้ไขที่เปิด Track Change จริง — เปิดใน Word แล้วกด Accept / Reject ทีละจุดได้ (เฉพาะอินพุต Word)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ไฟล์ทั้งหมดอยู่ในโฟลเดอร์ reviews/ เช่น reviews/thesis-final-review.docx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ขอบเขตการใช้งานและข้อควรระวัง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6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ใช้ได้กับงานวิชาการเท่านั้น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764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วิทยานิพนธ์ ดุษฎีนิพนธ์ และบทความเพื่อส่งวารสาร — ไม่รองรับ essay สั้นหรือรายงานทั่วไป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368296"/>
            <a:ext cx="10515600" cy="0"/>
          </a:xfrm>
          <a:prstGeom prst="line">
            <a:avLst/>
          </a:prstGeom>
          <a:noFill/>
          <a:ln w="9525">
            <a:solidFill>
              <a:srgbClr val="D7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694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66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96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ช่วยตรวจเบื้องต้น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93522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ไม่แทนการตัดสินของอาจารย์ที่ปรึกษาหรือคณะกรรมการสอบ ผู้เขียนควรใช้วิจารณญาณร่วมด้วยเสมอ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538728"/>
            <a:ext cx="10515600" cy="0"/>
          </a:xfrm>
          <a:prstGeom prst="line">
            <a:avLst/>
          </a:prstGeom>
          <a:noFill/>
          <a:ln w="9525">
            <a:solidFill>
              <a:srgbClr val="D7E4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398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66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ระวังข้อมูลส่วนบุคคล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10565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ไฟล์วิทยานิพนธ์เป็นเอกสารส่วนบุคคล ตรวจสอบนโยบายความเป็นส่วนตัวของเครื่องมือ AI ก่อนส่งไฟล์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709160"/>
            <a:ext cx="10515600" cy="0"/>
          </a:xfrm>
          <a:prstGeom prst="line">
            <a:avLst/>
          </a:prstGeom>
          <a:noFill/>
          <a:ln w="9525">
            <a:solidFill>
              <a:srgbClr val="D7E4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9103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ข้อจำกัดของ Track Change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2760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ใช้ได้เฉพาะไฟล์ Word (.docx) — ไฟล์ PDF จะได้รายงานการรีวิวเท่านั้น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เริ่มต้นใช้งานวันนี้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8E8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คัดลอก repository ไปยัง AI ของคุณ วางไฟล์วิทยานิพนธ์ แล้วสั่งรีวิว — ได้รายงานครบทั้งฉบับและเอกสารแก้ไข Track Change ในครั้งเดียว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https://github.com/jutamaswon/Thesis-Review.git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FC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คู่มือฉบับเต็มภาษาไทย (README.md) อยู่ที่หน้า GitHub ของโปรเจกต์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Thesis-Review</dc:title>
  <dc:subject>PptxGenJS Presentation</dc:subject>
  <dc:creator>jutamaswon</dc:creator>
  <cp:lastModifiedBy>jutamaswon</cp:lastModifiedBy>
  <cp:revision>1</cp:revision>
  <dcterms:created xsi:type="dcterms:W3CDTF">2026-09-30T03:33:59Z</dcterms:created>
  <dcterms:modified xsi:type="dcterms:W3CDTF">2026-09-30T03:33:59Z</dcterms:modified>
</cp:coreProperties>
</file>